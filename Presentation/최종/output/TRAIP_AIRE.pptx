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0265544514bab" /><Relationship Type="http://schemas.openxmlformats.org/officeDocument/2006/relationships/extended-properties" Target="/docProps/app.xml" Id="R9436f3873e41406b" /><Relationship Type="http://schemas.openxmlformats.org/officeDocument/2006/relationships/officeDocument" Target="/ppt/presentation.xml" Id="R1184ffdd5684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f1d841e5049f6"/>
  </p:sldMasterIdLst>
  <p:notesMasterIdLst>
    <p:notesMasterId xmlns:r="http://schemas.openxmlformats.org/officeDocument/2006/relationships" r:id="R3d5b6378e6bb461a"/>
  </p:notesMasterIdLst>
  <p:sldIdLst>
    <p:sldId xmlns:r="http://schemas.openxmlformats.org/officeDocument/2006/relationships" id="256" r:id="R897eeca6e2f44460"/>
    <p:sldId xmlns:r="http://schemas.openxmlformats.org/officeDocument/2006/relationships" id="257" r:id="Ra1ffb9444559428e"/>
    <p:sldId xmlns:r="http://schemas.openxmlformats.org/officeDocument/2006/relationships" id="258" r:id="R898c4902ed6e4439"/>
    <p:sldId xmlns:r="http://schemas.openxmlformats.org/officeDocument/2006/relationships" id="259" r:id="R95ab9e9a33fe463c"/>
    <p:sldId xmlns:r="http://schemas.openxmlformats.org/officeDocument/2006/relationships" id="260" r:id="R632b17f9018c4722"/>
    <p:sldId xmlns:r="http://schemas.openxmlformats.org/officeDocument/2006/relationships" id="261" r:id="R52e51da1cc354ffb"/>
    <p:sldId xmlns:r="http://schemas.openxmlformats.org/officeDocument/2006/relationships" id="262" r:id="Re2b26033df4a4edb"/>
    <p:sldId xmlns:r="http://schemas.openxmlformats.org/officeDocument/2006/relationships" id="263" r:id="R4b39014f1c314446"/>
    <p:sldId xmlns:r="http://schemas.openxmlformats.org/officeDocument/2006/relationships" id="264" r:id="Rdc4ecac4e1574034"/>
    <p:sldId xmlns:r="http://schemas.openxmlformats.org/officeDocument/2006/relationships" id="265" r:id="Rbc1663367e1c4d2c"/>
    <p:sldId xmlns:r="http://schemas.openxmlformats.org/officeDocument/2006/relationships" id="266" r:id="Rd7451279edf9423d"/>
    <p:sldId xmlns:r="http://schemas.openxmlformats.org/officeDocument/2006/relationships" id="267" r:id="R512d2ceb3e0c43fe"/>
    <p:sldId xmlns:r="http://schemas.openxmlformats.org/officeDocument/2006/relationships" id="268" r:id="Rf246df4a4f1048f8"/>
    <p:sldId xmlns:r="http://schemas.openxmlformats.org/officeDocument/2006/relationships" id="269" r:id="Rb68d711dbb254008"/>
    <p:sldId xmlns:r="http://schemas.openxmlformats.org/officeDocument/2006/relationships" id="270" r:id="Rf8145751f0244f38"/>
    <p:sldId xmlns:r="http://schemas.openxmlformats.org/officeDocument/2006/relationships" id="271" r:id="Ra37d5634f399427b"/>
    <p:sldId xmlns:r="http://schemas.openxmlformats.org/officeDocument/2006/relationships" id="272" r:id="Rc5f2f9d73b7044d9"/>
    <p:sldId xmlns:r="http://schemas.openxmlformats.org/officeDocument/2006/relationships" id="273" r:id="R1d6708a3f49246a1"/>
    <p:sldId xmlns:r="http://schemas.openxmlformats.org/officeDocument/2006/relationships" id="274" r:id="R920247ad1e354004"/>
    <p:sldId xmlns:r="http://schemas.openxmlformats.org/officeDocument/2006/relationships" id="275" r:id="R367f0c47926f434e"/>
    <p:sldId xmlns:r="http://schemas.openxmlformats.org/officeDocument/2006/relationships" id="276" r:id="Rf74e8745a87a434d"/>
    <p:sldId xmlns:r="http://schemas.openxmlformats.org/officeDocument/2006/relationships" id="277" r:id="R83c814a69b714f7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020c0481f499b" /><Relationship Type="http://schemas.openxmlformats.org/officeDocument/2006/relationships/slideMaster" Target="/ppt/slideMasters/slideMaster1.xml" Id="Re48f1d841e5049f6" /><Relationship Type="http://schemas.openxmlformats.org/officeDocument/2006/relationships/notesMaster" Target="/ppt/notesMasters/notesMaster1.xml" Id="R3d5b6378e6bb461a" /><Relationship Type="http://schemas.openxmlformats.org/officeDocument/2006/relationships/presProps" Target="/ppt/presProps.xml" Id="R4d929ae569074923" /><Relationship Type="http://schemas.openxmlformats.org/officeDocument/2006/relationships/tableStyles" Target="/ppt/tableStyles.xml" Id="Rede956eda2eb4db4" /><Relationship Type="http://schemas.openxmlformats.org/officeDocument/2006/relationships/slide" Target="/ppt/slides/slide1.xml" Id="R897eeca6e2f44460" /><Relationship Type="http://schemas.openxmlformats.org/officeDocument/2006/relationships/slide" Target="/ppt/slides/slide2.xml" Id="Ra1ffb9444559428e" /><Relationship Type="http://schemas.openxmlformats.org/officeDocument/2006/relationships/slide" Target="/ppt/slides/slide3.xml" Id="R898c4902ed6e4439" /><Relationship Type="http://schemas.openxmlformats.org/officeDocument/2006/relationships/slide" Target="/ppt/slides/slide4.xml" Id="R95ab9e9a33fe463c" /><Relationship Type="http://schemas.openxmlformats.org/officeDocument/2006/relationships/slide" Target="/ppt/slides/slide5.xml" Id="R632b17f9018c4722" /><Relationship Type="http://schemas.openxmlformats.org/officeDocument/2006/relationships/slide" Target="/ppt/slides/slide6.xml" Id="R52e51da1cc354ffb" /><Relationship Type="http://schemas.openxmlformats.org/officeDocument/2006/relationships/slide" Target="/ppt/slides/slide7.xml" Id="Re2b26033df4a4edb" /><Relationship Type="http://schemas.openxmlformats.org/officeDocument/2006/relationships/slide" Target="/ppt/slides/slide8.xml" Id="R4b39014f1c314446" /><Relationship Type="http://schemas.openxmlformats.org/officeDocument/2006/relationships/slide" Target="/ppt/slides/slide9.xml" Id="Rdc4ecac4e1574034" /><Relationship Type="http://schemas.openxmlformats.org/officeDocument/2006/relationships/slide" Target="/ppt/slides/slide10.xml" Id="Rbc1663367e1c4d2c" /><Relationship Type="http://schemas.openxmlformats.org/officeDocument/2006/relationships/slide" Target="/ppt/slides/slide11.xml" Id="Rd7451279edf9423d" /><Relationship Type="http://schemas.openxmlformats.org/officeDocument/2006/relationships/slide" Target="/ppt/slides/slide12.xml" Id="R512d2ceb3e0c43fe" /><Relationship Type="http://schemas.openxmlformats.org/officeDocument/2006/relationships/slide" Target="/ppt/slides/slide13.xml" Id="Rf246df4a4f1048f8" /><Relationship Type="http://schemas.openxmlformats.org/officeDocument/2006/relationships/slide" Target="/ppt/slides/slide14.xml" Id="Rb68d711dbb254008" /><Relationship Type="http://schemas.openxmlformats.org/officeDocument/2006/relationships/slide" Target="/ppt/slides/slide15.xml" Id="Rf8145751f0244f38" /><Relationship Type="http://schemas.openxmlformats.org/officeDocument/2006/relationships/slide" Target="/ppt/slides/slide16.xml" Id="Ra37d5634f399427b" /><Relationship Type="http://schemas.openxmlformats.org/officeDocument/2006/relationships/slide" Target="/ppt/slides/slide17.xml" Id="Rc5f2f9d73b7044d9" /><Relationship Type="http://schemas.openxmlformats.org/officeDocument/2006/relationships/slide" Target="/ppt/slides/slide18.xml" Id="R1d6708a3f49246a1" /><Relationship Type="http://schemas.openxmlformats.org/officeDocument/2006/relationships/slide" Target="/ppt/slides/slide19.xml" Id="R920247ad1e354004" /><Relationship Type="http://schemas.openxmlformats.org/officeDocument/2006/relationships/slide" Target="/ppt/slides/slide20.xml" Id="R367f0c47926f434e" /><Relationship Type="http://schemas.openxmlformats.org/officeDocument/2006/relationships/slide" Target="/ppt/slides/slide21.xml" Id="Rf74e8745a87a434d" /><Relationship Type="http://schemas.openxmlformats.org/officeDocument/2006/relationships/slide" Target="/ppt/slides/slide22.xml" Id="R83c814a69b71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37e15e601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54b58a5c4c49c4" /><Relationship Type="http://schemas.openxmlformats.org/officeDocument/2006/relationships/notesMaster" Target="/ppt/notesMasters/notesMaster1.xml" Id="Ra4050c8dd5d1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81c1922e69428b" /><Relationship Type="http://schemas.openxmlformats.org/officeDocument/2006/relationships/notesMaster" Target="/ppt/notesMasters/notesMaster1.xml" Id="R31861ac7796b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3cad54bed4ec9" /><Relationship Type="http://schemas.openxmlformats.org/officeDocument/2006/relationships/notesMaster" Target="/ppt/notesMasters/notesMaster1.xml" Id="R4734f2dd0e08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bc0918d3064905" /><Relationship Type="http://schemas.openxmlformats.org/officeDocument/2006/relationships/notesMaster" Target="/ppt/notesMasters/notesMaster1.xml" Id="R5419b964496346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cfa747b9c4e83" /><Relationship Type="http://schemas.openxmlformats.org/officeDocument/2006/relationships/notesMaster" Target="/ppt/notesMasters/notesMaster1.xml" Id="R3c056ff2ca9e44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a21f64cd814536" /><Relationship Type="http://schemas.openxmlformats.org/officeDocument/2006/relationships/notesMaster" Target="/ppt/notesMasters/notesMaster1.xml" Id="Ra70a279a82464d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25e2ff47f43ee" /><Relationship Type="http://schemas.openxmlformats.org/officeDocument/2006/relationships/notesMaster" Target="/ppt/notesMasters/notesMaster1.xml" Id="Rb536c4338dc041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ba8085e3244eba" /><Relationship Type="http://schemas.openxmlformats.org/officeDocument/2006/relationships/notesMaster" Target="/ppt/notesMasters/notesMaster1.xml" Id="R5bcc56c488a242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225a8e47fa4c0b" /><Relationship Type="http://schemas.openxmlformats.org/officeDocument/2006/relationships/notesMaster" Target="/ppt/notesMasters/notesMaster1.xml" Id="Re8dbc4afca304b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5c086f4d54339" /><Relationship Type="http://schemas.openxmlformats.org/officeDocument/2006/relationships/notesMaster" Target="/ppt/notesMasters/notesMaster1.xml" Id="Rdbc1297ef72d44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569aab0c28417f" /><Relationship Type="http://schemas.openxmlformats.org/officeDocument/2006/relationships/notesMaster" Target="/ppt/notesMasters/notesMaster1.xml" Id="R34ea2fd0ca0741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489ad1074f4a5b" /><Relationship Type="http://schemas.openxmlformats.org/officeDocument/2006/relationships/notesMaster" Target="/ppt/notesMasters/notesMaster1.xml" Id="R8dd46f5972924d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7ab63d005749f0" /><Relationship Type="http://schemas.openxmlformats.org/officeDocument/2006/relationships/notesMaster" Target="/ppt/notesMasters/notesMaster1.xml" Id="R7639f746a6c34c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f5e639343843b9" /><Relationship Type="http://schemas.openxmlformats.org/officeDocument/2006/relationships/notesMaster" Target="/ppt/notesMasters/notesMaster1.xml" Id="R4adb821f821f41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c4b4638b9b4d90" /><Relationship Type="http://schemas.openxmlformats.org/officeDocument/2006/relationships/notesMaster" Target="/ppt/notesMasters/notesMaster1.xml" Id="R720376b2247949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d73cae176f4647" /><Relationship Type="http://schemas.openxmlformats.org/officeDocument/2006/relationships/notesMaster" Target="/ppt/notesMasters/notesMaster1.xml" Id="R23eaa770b0d640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54600773c943b9" /><Relationship Type="http://schemas.openxmlformats.org/officeDocument/2006/relationships/notesMaster" Target="/ppt/notesMasters/notesMaster1.xml" Id="Rdbc6aebcdbb54b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b8e0aa5c7d4b95" /><Relationship Type="http://schemas.openxmlformats.org/officeDocument/2006/relationships/notesMaster" Target="/ppt/notesMasters/notesMaster1.xml" Id="Rc39bbf5c52634e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fe3a77a6594f20" /><Relationship Type="http://schemas.openxmlformats.org/officeDocument/2006/relationships/notesMaster" Target="/ppt/notesMasters/notesMaster1.xml" Id="Rbb2ffca6a67940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c82932b7a84a66" /><Relationship Type="http://schemas.openxmlformats.org/officeDocument/2006/relationships/notesMaster" Target="/ppt/notesMasters/notesMaster1.xml" Id="Rc72ce5f3df9c47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9b0f5ffb2047ef" /><Relationship Type="http://schemas.openxmlformats.org/officeDocument/2006/relationships/notesMaster" Target="/ppt/notesMasters/notesMaster1.xml" Id="R359b69a4b65a4e8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1d4b7657ce4930" /><Relationship Type="http://schemas.openxmlformats.org/officeDocument/2006/relationships/notesMaster" Target="/ppt/notesMasters/notesMaster1.xml" Id="R86d6103166cf47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2).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5).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7).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8).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9).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10).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12).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15).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17).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18).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19).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20).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21).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AI : RE HTML presentation render (slide 22).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5af7646a142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6354c1166451e" /><Relationship Type="http://schemas.openxmlformats.org/officeDocument/2006/relationships/slideLayout" Target="/ppt/slideLayouts/slideLayout1.xml" Id="R981e586d14d8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e586d14d8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f7e672da54132" /><Relationship Type="http://schemas.openxmlformats.org/officeDocument/2006/relationships/image" Target="/ppt/media/image.png" Id="Rbe321ff13d26459e" /><Relationship Type="http://schemas.openxmlformats.org/officeDocument/2006/relationships/notesSlide" Target="/ppt/notesSlides/notesSlide1.xml" Id="Rd71486e91989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2f13a70f4b30" /><Relationship Type="http://schemas.openxmlformats.org/officeDocument/2006/relationships/image" Target="/ppt/media/image2.png" Id="R1f5c65c55f684f1c" /><Relationship Type="http://schemas.openxmlformats.org/officeDocument/2006/relationships/notesSlide" Target="/ppt/notesSlides/notesSlide2.xml" Id="Rbe41e421ebb44d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4219923574f91" /><Relationship Type="http://schemas.openxmlformats.org/officeDocument/2006/relationships/image" Target="/ppt/media/image3.png" Id="R41150e9be7e94516" /><Relationship Type="http://schemas.openxmlformats.org/officeDocument/2006/relationships/notesSlide" Target="/ppt/notesSlides/notesSlide3.xml" Id="Rd03591a063364d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87a7e898c45a7" /><Relationship Type="http://schemas.openxmlformats.org/officeDocument/2006/relationships/image" Target="/ppt/media/image4.png" Id="Re44623462eb84a08" /><Relationship Type="http://schemas.openxmlformats.org/officeDocument/2006/relationships/notesSlide" Target="/ppt/notesSlides/notesSlide4.xml" Id="Rcd36c306a6b54b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5c6c7dfb40b7" /><Relationship Type="http://schemas.openxmlformats.org/officeDocument/2006/relationships/image" Target="/ppt/media/image5.png" Id="R18b9cee7c0724626" /><Relationship Type="http://schemas.openxmlformats.org/officeDocument/2006/relationships/notesSlide" Target="/ppt/notesSlides/notesSlide5.xml" Id="Rdfbd3364d27241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4cb85f89f42fa" /><Relationship Type="http://schemas.openxmlformats.org/officeDocument/2006/relationships/image" Target="/ppt/media/image6.png" Id="Rff9e8dff88c94ef4" /><Relationship Type="http://schemas.openxmlformats.org/officeDocument/2006/relationships/notesSlide" Target="/ppt/notesSlides/notesSlide6.xml" Id="R190e7a2c17f748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7add7ed224a39" /><Relationship Type="http://schemas.openxmlformats.org/officeDocument/2006/relationships/image" Target="/ppt/media/image7.png" Id="Rf01244d0c291493a" /><Relationship Type="http://schemas.openxmlformats.org/officeDocument/2006/relationships/notesSlide" Target="/ppt/notesSlides/notesSlide7.xml" Id="R4ddde6c32557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6540ec32f4849" /><Relationship Type="http://schemas.openxmlformats.org/officeDocument/2006/relationships/image" Target="/ppt/media/image8.png" Id="R18c89f0cceaa456a" /><Relationship Type="http://schemas.openxmlformats.org/officeDocument/2006/relationships/notesSlide" Target="/ppt/notesSlides/notesSlide8.xml" Id="R5b0648ac903649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4015893504205" /><Relationship Type="http://schemas.openxmlformats.org/officeDocument/2006/relationships/image" Target="/ppt/media/image9.png" Id="R49ba92891dd6406c" /><Relationship Type="http://schemas.openxmlformats.org/officeDocument/2006/relationships/notesSlide" Target="/ppt/notesSlides/notesSlide9.xml" Id="R60d1a057cbda4a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24de6db2a4bc0" /><Relationship Type="http://schemas.openxmlformats.org/officeDocument/2006/relationships/image" Target="/ppt/media/image10.png" Id="Rff3041d8eafd40fb" /><Relationship Type="http://schemas.openxmlformats.org/officeDocument/2006/relationships/notesSlide" Target="/ppt/notesSlides/notesSlide10.xml" Id="Rca180eb8843c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d903493e8498f" /><Relationship Type="http://schemas.openxmlformats.org/officeDocument/2006/relationships/image" Target="/ppt/media/image11.png" Id="R890662df419d4ea2" /><Relationship Type="http://schemas.openxmlformats.org/officeDocument/2006/relationships/notesSlide" Target="/ppt/notesSlides/notesSlide11.xml" Id="R29199c21bae340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9cbfdf869432f" /><Relationship Type="http://schemas.openxmlformats.org/officeDocument/2006/relationships/image" Target="/ppt/media/image12.png" Id="R5a310d40eae34e68" /><Relationship Type="http://schemas.openxmlformats.org/officeDocument/2006/relationships/notesSlide" Target="/ppt/notesSlides/notesSlide12.xml" Id="Rd99af98f3ac649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89f63569d43ad" /><Relationship Type="http://schemas.openxmlformats.org/officeDocument/2006/relationships/image" Target="/ppt/media/image13.png" Id="Re4957b78212147c7" /><Relationship Type="http://schemas.openxmlformats.org/officeDocument/2006/relationships/notesSlide" Target="/ppt/notesSlides/notesSlide13.xml" Id="R78756215341f4d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07860ca6f4c81" /><Relationship Type="http://schemas.openxmlformats.org/officeDocument/2006/relationships/image" Target="/ppt/media/image14.png" Id="Rc5a525b5720d477b" /><Relationship Type="http://schemas.openxmlformats.org/officeDocument/2006/relationships/notesSlide" Target="/ppt/notesSlides/notesSlide14.xml" Id="R75dc90cd8d1e45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2914921654afa" /><Relationship Type="http://schemas.openxmlformats.org/officeDocument/2006/relationships/image" Target="/ppt/media/image15.png" Id="Rb4662c1690e44997" /><Relationship Type="http://schemas.openxmlformats.org/officeDocument/2006/relationships/notesSlide" Target="/ppt/notesSlides/notesSlide15.xml" Id="R93f9905dec2d43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c2d18201c41c4" /><Relationship Type="http://schemas.openxmlformats.org/officeDocument/2006/relationships/image" Target="/ppt/media/image16.png" Id="R6970440f14644625" /><Relationship Type="http://schemas.openxmlformats.org/officeDocument/2006/relationships/notesSlide" Target="/ppt/notesSlides/notesSlide16.xml" Id="Rb71a0326a71445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13363463147b7" /><Relationship Type="http://schemas.openxmlformats.org/officeDocument/2006/relationships/image" Target="/ppt/media/image17.png" Id="R9b645055000346cf" /><Relationship Type="http://schemas.openxmlformats.org/officeDocument/2006/relationships/notesSlide" Target="/ppt/notesSlides/notesSlide17.xml" Id="Ra20dd763084e4e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103f3b81841c8" /><Relationship Type="http://schemas.openxmlformats.org/officeDocument/2006/relationships/image" Target="/ppt/media/image18.png" Id="R1a83dd94ff3d4c82" /><Relationship Type="http://schemas.openxmlformats.org/officeDocument/2006/relationships/notesSlide" Target="/ppt/notesSlides/notesSlide18.xml" Id="R3806957ce5764a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3ad267704e24" /><Relationship Type="http://schemas.openxmlformats.org/officeDocument/2006/relationships/image" Target="/ppt/media/image19.png" Id="Rc9f2f09091bc41c8" /><Relationship Type="http://schemas.openxmlformats.org/officeDocument/2006/relationships/notesSlide" Target="/ppt/notesSlides/notesSlide19.xml" Id="Re3c33dcd485f4ff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a2bae45d4b8c" /><Relationship Type="http://schemas.openxmlformats.org/officeDocument/2006/relationships/image" Target="/ppt/media/image20.png" Id="R08fd4243ef7e4216" /><Relationship Type="http://schemas.openxmlformats.org/officeDocument/2006/relationships/notesSlide" Target="/ppt/notesSlides/notesSlide20.xml" Id="Ra0c86486bebe4b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fb344b87c49c6" /><Relationship Type="http://schemas.openxmlformats.org/officeDocument/2006/relationships/image" Target="/ppt/media/image21.png" Id="R18f22eb459ce4d17" /><Relationship Type="http://schemas.openxmlformats.org/officeDocument/2006/relationships/notesSlide" Target="/ppt/notesSlides/notesSlide21.xml" Id="R051b157c9c7a49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a35d708dd40d1" /><Relationship Type="http://schemas.openxmlformats.org/officeDocument/2006/relationships/image" Target="/ppt/media/image22.png" Id="R357facc8cb324508" /><Relationship Type="http://schemas.openxmlformats.org/officeDocument/2006/relationships/notesSlide" Target="/ppt/notesSlides/notesSlide22.xml" Id="R2a2b1652232a42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21ff13d2645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797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c65c55f684f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54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50e9be7e945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477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623462eb84a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328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9cee7c07246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145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e8dff88c94e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27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244d0c29149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943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89f0cceaa45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335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a92891dd640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737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041d8eafd40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790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662df419d4e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105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10d40eae34e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172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57b78212147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33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525b5720d47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276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2c1690e449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340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0440f146446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50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45055000346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3212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3dd94ff3d4c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225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2f09091bc41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9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d4243ef7e42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642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22eb459ce4d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797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facc8cb3245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8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2026-08-27T08:33:15.4710000Z</dcterms:created>
  <dcterms:modified xsi:type="dcterms:W3CDTF">2026-08-27T08:33:15.4710000Z</dcterms:modified>
</coreProperties>
</file>