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6ff17ecb34336" /><Relationship Type="http://schemas.openxmlformats.org/officeDocument/2006/relationships/extended-properties" Target="/docProps/app.xml" Id="Ra2b93947e85d492d" /><Relationship Type="http://schemas.openxmlformats.org/officeDocument/2006/relationships/officeDocument" Target="/ppt/presentation.xml" Id="R379480768bdc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83a79afa6434a"/>
  </p:sldMasterIdLst>
  <p:notesMasterIdLst>
    <p:notesMasterId xmlns:r="http://schemas.openxmlformats.org/officeDocument/2006/relationships" r:id="R7da79cf540fd4fb1"/>
  </p:notesMasterIdLst>
  <p:sldIdLst>
    <p:sldId xmlns:r="http://schemas.openxmlformats.org/officeDocument/2006/relationships" id="256" r:id="Raa78a30f1d1c4bc6"/>
    <p:sldId xmlns:r="http://schemas.openxmlformats.org/officeDocument/2006/relationships" id="257" r:id="R48648f923ac54ae5"/>
    <p:sldId xmlns:r="http://schemas.openxmlformats.org/officeDocument/2006/relationships" id="258" r:id="R092a496d8b7c488e"/>
    <p:sldId xmlns:r="http://schemas.openxmlformats.org/officeDocument/2006/relationships" id="259" r:id="Rfde2c2cd218b47bd"/>
    <p:sldId xmlns:r="http://schemas.openxmlformats.org/officeDocument/2006/relationships" id="260" r:id="R388c0a6e9d3d4617"/>
    <p:sldId xmlns:r="http://schemas.openxmlformats.org/officeDocument/2006/relationships" id="261" r:id="Re31e2f7ff7d747c7"/>
    <p:sldId xmlns:r="http://schemas.openxmlformats.org/officeDocument/2006/relationships" id="262" r:id="R4a4278a114ac43b0"/>
    <p:sldId xmlns:r="http://schemas.openxmlformats.org/officeDocument/2006/relationships" id="263" r:id="R16ba65639b5642da"/>
    <p:sldId xmlns:r="http://schemas.openxmlformats.org/officeDocument/2006/relationships" id="264" r:id="Rb04557857d8b4dfc"/>
    <p:sldId xmlns:r="http://schemas.openxmlformats.org/officeDocument/2006/relationships" id="265" r:id="Rd6239580f53f491c"/>
    <p:sldId xmlns:r="http://schemas.openxmlformats.org/officeDocument/2006/relationships" id="266" r:id="R23521afc65e347cb"/>
    <p:sldId xmlns:r="http://schemas.openxmlformats.org/officeDocument/2006/relationships" id="267" r:id="R4d2b8fe6c9e84fdd"/>
    <p:sldId xmlns:r="http://schemas.openxmlformats.org/officeDocument/2006/relationships" id="268" r:id="R7d9380a8ae9c4b5f"/>
    <p:sldId xmlns:r="http://schemas.openxmlformats.org/officeDocument/2006/relationships" id="269" r:id="Rf44e53ae1c1b4571"/>
    <p:sldId xmlns:r="http://schemas.openxmlformats.org/officeDocument/2006/relationships" id="270" r:id="Rcd3792c72be446ef"/>
    <p:sldId xmlns:r="http://schemas.openxmlformats.org/officeDocument/2006/relationships" id="271" r:id="Rb9ae705aeebf4ebd"/>
    <p:sldId xmlns:r="http://schemas.openxmlformats.org/officeDocument/2006/relationships" id="272" r:id="R67f76eb71d9548fd"/>
    <p:sldId xmlns:r="http://schemas.openxmlformats.org/officeDocument/2006/relationships" id="273" r:id="R85215cfd8691435b"/>
    <p:sldId xmlns:r="http://schemas.openxmlformats.org/officeDocument/2006/relationships" id="274" r:id="R39fc4f3413764b18"/>
    <p:sldId xmlns:r="http://schemas.openxmlformats.org/officeDocument/2006/relationships" id="275" r:id="Ra6698178c5454b68"/>
    <p:sldId xmlns:r="http://schemas.openxmlformats.org/officeDocument/2006/relationships" id="276" r:id="Re4255b8a3e00424e"/>
    <p:sldId xmlns:r="http://schemas.openxmlformats.org/officeDocument/2006/relationships" id="277" r:id="R74770137b5874b18"/>
    <p:sldId xmlns:r="http://schemas.openxmlformats.org/officeDocument/2006/relationships" id="278" r:id="Rb92a3c24ac434927"/>
    <p:sldId xmlns:r="http://schemas.openxmlformats.org/officeDocument/2006/relationships" id="279" r:id="Ra5041c90e91547bb"/>
    <p:sldId xmlns:r="http://schemas.openxmlformats.org/officeDocument/2006/relationships" id="280" r:id="Reca44b2a6197486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66cd1bfedc4fbb" /><Relationship Type="http://schemas.openxmlformats.org/officeDocument/2006/relationships/slideMaster" Target="/ppt/slideMasters/slideMaster1.xml" Id="R27d83a79afa6434a" /><Relationship Type="http://schemas.openxmlformats.org/officeDocument/2006/relationships/notesMaster" Target="/ppt/notesMasters/notesMaster1.xml" Id="R7da79cf540fd4fb1" /><Relationship Type="http://schemas.openxmlformats.org/officeDocument/2006/relationships/presProps" Target="/ppt/presProps.xml" Id="R221831a4cc5b46f8" /><Relationship Type="http://schemas.openxmlformats.org/officeDocument/2006/relationships/tableStyles" Target="/ppt/tableStyles.xml" Id="R6053a188577b4841" /><Relationship Type="http://schemas.openxmlformats.org/officeDocument/2006/relationships/slide" Target="/ppt/slides/slide1.xml" Id="Raa78a30f1d1c4bc6" /><Relationship Type="http://schemas.openxmlformats.org/officeDocument/2006/relationships/slide" Target="/ppt/slides/slide2.xml" Id="R48648f923ac54ae5" /><Relationship Type="http://schemas.openxmlformats.org/officeDocument/2006/relationships/slide" Target="/ppt/slides/slide3.xml" Id="R092a496d8b7c488e" /><Relationship Type="http://schemas.openxmlformats.org/officeDocument/2006/relationships/slide" Target="/ppt/slides/slide4.xml" Id="Rfde2c2cd218b47bd" /><Relationship Type="http://schemas.openxmlformats.org/officeDocument/2006/relationships/slide" Target="/ppt/slides/slide5.xml" Id="R388c0a6e9d3d4617" /><Relationship Type="http://schemas.openxmlformats.org/officeDocument/2006/relationships/slide" Target="/ppt/slides/slide6.xml" Id="Re31e2f7ff7d747c7" /><Relationship Type="http://schemas.openxmlformats.org/officeDocument/2006/relationships/slide" Target="/ppt/slides/slide7.xml" Id="R4a4278a114ac43b0" /><Relationship Type="http://schemas.openxmlformats.org/officeDocument/2006/relationships/slide" Target="/ppt/slides/slide8.xml" Id="R16ba65639b5642da" /><Relationship Type="http://schemas.openxmlformats.org/officeDocument/2006/relationships/slide" Target="/ppt/slides/slide9.xml" Id="Rb04557857d8b4dfc" /><Relationship Type="http://schemas.openxmlformats.org/officeDocument/2006/relationships/slide" Target="/ppt/slides/slide10.xml" Id="Rd6239580f53f491c" /><Relationship Type="http://schemas.openxmlformats.org/officeDocument/2006/relationships/slide" Target="/ppt/slides/slide11.xml" Id="R23521afc65e347cb" /><Relationship Type="http://schemas.openxmlformats.org/officeDocument/2006/relationships/slide" Target="/ppt/slides/slide12.xml" Id="R4d2b8fe6c9e84fdd" /><Relationship Type="http://schemas.openxmlformats.org/officeDocument/2006/relationships/slide" Target="/ppt/slides/slide13.xml" Id="R7d9380a8ae9c4b5f" /><Relationship Type="http://schemas.openxmlformats.org/officeDocument/2006/relationships/slide" Target="/ppt/slides/slide14.xml" Id="Rf44e53ae1c1b4571" /><Relationship Type="http://schemas.openxmlformats.org/officeDocument/2006/relationships/slide" Target="/ppt/slides/slide15.xml" Id="Rcd3792c72be446ef" /><Relationship Type="http://schemas.openxmlformats.org/officeDocument/2006/relationships/slide" Target="/ppt/slides/slide16.xml" Id="Rb9ae705aeebf4ebd" /><Relationship Type="http://schemas.openxmlformats.org/officeDocument/2006/relationships/slide" Target="/ppt/slides/slide17.xml" Id="R67f76eb71d9548fd" /><Relationship Type="http://schemas.openxmlformats.org/officeDocument/2006/relationships/slide" Target="/ppt/slides/slide18.xml" Id="R85215cfd8691435b" /><Relationship Type="http://schemas.openxmlformats.org/officeDocument/2006/relationships/slide" Target="/ppt/slides/slide19.xml" Id="R39fc4f3413764b18" /><Relationship Type="http://schemas.openxmlformats.org/officeDocument/2006/relationships/slide" Target="/ppt/slides/slide20.xml" Id="Ra6698178c5454b68" /><Relationship Type="http://schemas.openxmlformats.org/officeDocument/2006/relationships/slide" Target="/ppt/slides/slide21.xml" Id="Re4255b8a3e00424e" /><Relationship Type="http://schemas.openxmlformats.org/officeDocument/2006/relationships/slide" Target="/ppt/slides/slide22.xml" Id="R74770137b5874b18" /><Relationship Type="http://schemas.openxmlformats.org/officeDocument/2006/relationships/slide" Target="/ppt/slides/slide23.xml" Id="Rb92a3c24ac434927" /><Relationship Type="http://schemas.openxmlformats.org/officeDocument/2006/relationships/slide" Target="/ppt/slides/slide24.xml" Id="Ra5041c90e91547bb" /><Relationship Type="http://schemas.openxmlformats.org/officeDocument/2006/relationships/slide" Target="/ppt/slides/slide25.xml" Id="Reca44b2a6197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e0109840e41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858d638704748" /><Relationship Type="http://schemas.openxmlformats.org/officeDocument/2006/relationships/notesMaster" Target="/ppt/notesMasters/notesMaster1.xml" Id="R30ff80dc3f2045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8712b73b34a18" /><Relationship Type="http://schemas.openxmlformats.org/officeDocument/2006/relationships/notesMaster" Target="/ppt/notesMasters/notesMaster1.xml" Id="R2992e213045c41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eb88548e21415a" /><Relationship Type="http://schemas.openxmlformats.org/officeDocument/2006/relationships/notesMaster" Target="/ppt/notesMasters/notesMaster1.xml" Id="Ra6b1e393d57b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cdae69bae44bae" /><Relationship Type="http://schemas.openxmlformats.org/officeDocument/2006/relationships/notesMaster" Target="/ppt/notesMasters/notesMaster1.xml" Id="R101f0f8ea03546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e7a200b574c1b" /><Relationship Type="http://schemas.openxmlformats.org/officeDocument/2006/relationships/notesMaster" Target="/ppt/notesMasters/notesMaster1.xml" Id="Ra7da6306b3e04d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de4f415854553" /><Relationship Type="http://schemas.openxmlformats.org/officeDocument/2006/relationships/notesMaster" Target="/ppt/notesMasters/notesMaster1.xml" Id="R027bb7e2a98c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bfbeea1814800" /><Relationship Type="http://schemas.openxmlformats.org/officeDocument/2006/relationships/notesMaster" Target="/ppt/notesMasters/notesMaster1.xml" Id="R8b682e5ab3284f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eb3bfbd6f480e" /><Relationship Type="http://schemas.openxmlformats.org/officeDocument/2006/relationships/notesMaster" Target="/ppt/notesMasters/notesMaster1.xml" Id="R90cc322b428244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f997850f3b4ca8" /><Relationship Type="http://schemas.openxmlformats.org/officeDocument/2006/relationships/notesMaster" Target="/ppt/notesMasters/notesMaster1.xml" Id="R98486a18637f4b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5d49f437a64ce0" /><Relationship Type="http://schemas.openxmlformats.org/officeDocument/2006/relationships/notesMaster" Target="/ppt/notesMasters/notesMaster1.xml" Id="R7c9354f5899c4e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3a428e69fa4cba" /><Relationship Type="http://schemas.openxmlformats.org/officeDocument/2006/relationships/notesMaster" Target="/ppt/notesMasters/notesMaster1.xml" Id="R136348e4c36b43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aeaed397ce453e" /><Relationship Type="http://schemas.openxmlformats.org/officeDocument/2006/relationships/notesMaster" Target="/ppt/notesMasters/notesMaster1.xml" Id="R89435fa96e8643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0901b51c3e4725" /><Relationship Type="http://schemas.openxmlformats.org/officeDocument/2006/relationships/notesMaster" Target="/ppt/notesMasters/notesMaster1.xml" Id="Rb222e64810934f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97965c64174bc7" /><Relationship Type="http://schemas.openxmlformats.org/officeDocument/2006/relationships/notesMaster" Target="/ppt/notesMasters/notesMaster1.xml" Id="R544448dd093147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cf00c4b0584889" /><Relationship Type="http://schemas.openxmlformats.org/officeDocument/2006/relationships/notesMaster" Target="/ppt/notesMasters/notesMaster1.xml" Id="Rabf4b321135b49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704c05e4354c82" /><Relationship Type="http://schemas.openxmlformats.org/officeDocument/2006/relationships/notesMaster" Target="/ppt/notesMasters/notesMaster1.xml" Id="Rcdbd3479f2fe4c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42c436ecd942f4" /><Relationship Type="http://schemas.openxmlformats.org/officeDocument/2006/relationships/notesMaster" Target="/ppt/notesMasters/notesMaster1.xml" Id="R95de679fad7447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53a243814042f9" /><Relationship Type="http://schemas.openxmlformats.org/officeDocument/2006/relationships/notesMaster" Target="/ppt/notesMasters/notesMaster1.xml" Id="R435ea2475d8141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327e38c1384a28" /><Relationship Type="http://schemas.openxmlformats.org/officeDocument/2006/relationships/notesMaster" Target="/ppt/notesMasters/notesMaster1.xml" Id="R5c4a6f69273b4e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1f9e99b89b4b85" /><Relationship Type="http://schemas.openxmlformats.org/officeDocument/2006/relationships/notesMaster" Target="/ppt/notesMasters/notesMaster1.xml" Id="R71ae4082eaae41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f286b82ac14585" /><Relationship Type="http://schemas.openxmlformats.org/officeDocument/2006/relationships/notesMaster" Target="/ppt/notesMasters/notesMaster1.xml" Id="Rf946a71ad1d444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008db43a924ab4" /><Relationship Type="http://schemas.openxmlformats.org/officeDocument/2006/relationships/notesMaster" Target="/ppt/notesMasters/notesMaster1.xml" Id="Rf0bd9d69848144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2de9a944684205" /><Relationship Type="http://schemas.openxmlformats.org/officeDocument/2006/relationships/notesMaster" Target="/ppt/notesMasters/notesMaster1.xml" Id="R4297e40a3eb24b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c4a21760ac46e1" /><Relationship Type="http://schemas.openxmlformats.org/officeDocument/2006/relationships/notesMaster" Target="/ppt/notesMasters/notesMaster1.xml" Id="Rfcd0c2e86de14c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1685cae94f49a9" /><Relationship Type="http://schemas.openxmlformats.org/officeDocument/2006/relationships/notesMaster" Target="/ppt/notesMasters/notesMaster1.xml" Id="R03a48ba94972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c945d77ba40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0b4e39e1b4a93" /><Relationship Type="http://schemas.openxmlformats.org/officeDocument/2006/relationships/slideLayout" Target="/ppt/slideLayouts/slideLayout1.xml" Id="R5a29c0d41b50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9c0d41b50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249daf09d485d" /><Relationship Type="http://schemas.openxmlformats.org/officeDocument/2006/relationships/image" Target="/ppt/media/image.jpeg" Id="R5bc689b5d6204767" /><Relationship Type="http://schemas.openxmlformats.org/officeDocument/2006/relationships/notesSlide" Target="/ppt/notesSlides/notesSlide1.xml" Id="Rf35394ca9749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d863f8c5e4de9" /><Relationship Type="http://schemas.openxmlformats.org/officeDocument/2006/relationships/image" Target="/ppt/media/image2.jpeg" Id="R685409b3a7964c33" /><Relationship Type="http://schemas.openxmlformats.org/officeDocument/2006/relationships/notesSlide" Target="/ppt/notesSlides/notesSlide2.xml" Id="R4ae8a86b206f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8af32a2644b45" /><Relationship Type="http://schemas.openxmlformats.org/officeDocument/2006/relationships/image" Target="/ppt/media/image3.jpeg" Id="R28271ce55c244690" /><Relationship Type="http://schemas.openxmlformats.org/officeDocument/2006/relationships/notesSlide" Target="/ppt/notesSlides/notesSlide3.xml" Id="Rcfb81ac0ddb4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2ced75b3e491a" /><Relationship Type="http://schemas.openxmlformats.org/officeDocument/2006/relationships/image" Target="/ppt/media/image4.jpeg" Id="R1b3b55e72bcc49f9" /><Relationship Type="http://schemas.openxmlformats.org/officeDocument/2006/relationships/notesSlide" Target="/ppt/notesSlides/notesSlide4.xml" Id="R8eda617fcc5a4d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f42483dda43c9" /><Relationship Type="http://schemas.openxmlformats.org/officeDocument/2006/relationships/image" Target="/ppt/media/image5.jpeg" Id="Rd647b108e59d429e" /><Relationship Type="http://schemas.openxmlformats.org/officeDocument/2006/relationships/notesSlide" Target="/ppt/notesSlides/notesSlide5.xml" Id="R55e6d4033ece47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cdc46626473e" /><Relationship Type="http://schemas.openxmlformats.org/officeDocument/2006/relationships/image" Target="/ppt/media/image6.jpeg" Id="R68b9ddc946884bb7" /><Relationship Type="http://schemas.openxmlformats.org/officeDocument/2006/relationships/notesSlide" Target="/ppt/notesSlides/notesSlide6.xml" Id="Rdab7038c53e143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ef8495a8045ce" /><Relationship Type="http://schemas.openxmlformats.org/officeDocument/2006/relationships/image" Target="/ppt/media/image7.jpeg" Id="R53cea7050ed54c77" /><Relationship Type="http://schemas.openxmlformats.org/officeDocument/2006/relationships/notesSlide" Target="/ppt/notesSlides/notesSlide7.xml" Id="R1f67be66b3cb4f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1fd2ddea841a5" /><Relationship Type="http://schemas.openxmlformats.org/officeDocument/2006/relationships/image" Target="/ppt/media/image8.jpeg" Id="R8aa69e3b901748ff" /><Relationship Type="http://schemas.openxmlformats.org/officeDocument/2006/relationships/notesSlide" Target="/ppt/notesSlides/notesSlide8.xml" Id="R8f533f09318941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21a0990f14ca7" /><Relationship Type="http://schemas.openxmlformats.org/officeDocument/2006/relationships/image" Target="/ppt/media/image9.jpeg" Id="Ra36282d297ac4086" /><Relationship Type="http://schemas.openxmlformats.org/officeDocument/2006/relationships/notesSlide" Target="/ppt/notesSlides/notesSlide9.xml" Id="R91ee5f00fb1049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55b98e3934bc5" /><Relationship Type="http://schemas.openxmlformats.org/officeDocument/2006/relationships/image" Target="/ppt/media/image10.jpeg" Id="Rf816310f30304e32" /><Relationship Type="http://schemas.openxmlformats.org/officeDocument/2006/relationships/notesSlide" Target="/ppt/notesSlides/notesSlide10.xml" Id="R7035c6c666794d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a78c09362402d" /><Relationship Type="http://schemas.openxmlformats.org/officeDocument/2006/relationships/image" Target="/ppt/media/image11.jpeg" Id="R642a34f507d04ef9" /><Relationship Type="http://schemas.openxmlformats.org/officeDocument/2006/relationships/notesSlide" Target="/ppt/notesSlides/notesSlide11.xml" Id="R92b28082e1494e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02ef279f64b89" /><Relationship Type="http://schemas.openxmlformats.org/officeDocument/2006/relationships/image" Target="/ppt/media/image12.jpeg" Id="R9e1277b78fa549c7" /><Relationship Type="http://schemas.openxmlformats.org/officeDocument/2006/relationships/notesSlide" Target="/ppt/notesSlides/notesSlide12.xml" Id="R80b7f509bb3f46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dc8f866224cca" /><Relationship Type="http://schemas.openxmlformats.org/officeDocument/2006/relationships/image" Target="/ppt/media/image13.jpeg" Id="Rdc3e85d2b9d549cd" /><Relationship Type="http://schemas.openxmlformats.org/officeDocument/2006/relationships/notesSlide" Target="/ppt/notesSlides/notesSlide13.xml" Id="R377cc7997be84c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d25c39b344f58" /><Relationship Type="http://schemas.openxmlformats.org/officeDocument/2006/relationships/image" Target="/ppt/media/image14.jpeg" Id="Rd0fc32bd6fc24e18" /><Relationship Type="http://schemas.openxmlformats.org/officeDocument/2006/relationships/notesSlide" Target="/ppt/notesSlides/notesSlide14.xml" Id="Rd460c2bb0f7f47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f3a81b0fd47b3" /><Relationship Type="http://schemas.openxmlformats.org/officeDocument/2006/relationships/image" Target="/ppt/media/image15.jpeg" Id="Ra01c87b1a8944899" /><Relationship Type="http://schemas.openxmlformats.org/officeDocument/2006/relationships/notesSlide" Target="/ppt/notesSlides/notesSlide15.xml" Id="R04fabea5272743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fb4ebf98b42ed" /><Relationship Type="http://schemas.openxmlformats.org/officeDocument/2006/relationships/image" Target="/ppt/media/image16.jpeg" Id="Rc8274484865645b7" /><Relationship Type="http://schemas.openxmlformats.org/officeDocument/2006/relationships/notesSlide" Target="/ppt/notesSlides/notesSlide16.xml" Id="R3cfd428bbc134a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cdeab4fef4776" /><Relationship Type="http://schemas.openxmlformats.org/officeDocument/2006/relationships/image" Target="/ppt/media/image17.jpeg" Id="R6340ac25e41a48ff" /><Relationship Type="http://schemas.openxmlformats.org/officeDocument/2006/relationships/notesSlide" Target="/ppt/notesSlides/notesSlide17.xml" Id="Rfcf00709641c4c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521cf9f1a4d87" /><Relationship Type="http://schemas.openxmlformats.org/officeDocument/2006/relationships/image" Target="/ppt/media/image18.jpeg" Id="R95756c387c434e00" /><Relationship Type="http://schemas.openxmlformats.org/officeDocument/2006/relationships/notesSlide" Target="/ppt/notesSlides/notesSlide18.xml" Id="Rab5fbca76dba4f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558aac4364b81" /><Relationship Type="http://schemas.openxmlformats.org/officeDocument/2006/relationships/image" Target="/ppt/media/image19.jpeg" Id="R7cc291d264bf40dc" /><Relationship Type="http://schemas.openxmlformats.org/officeDocument/2006/relationships/notesSlide" Target="/ppt/notesSlides/notesSlide19.xml" Id="Rce063eea8f4046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824661bad4047" /><Relationship Type="http://schemas.openxmlformats.org/officeDocument/2006/relationships/image" Target="/ppt/media/image20.jpeg" Id="R17e7929784714948" /><Relationship Type="http://schemas.openxmlformats.org/officeDocument/2006/relationships/notesSlide" Target="/ppt/notesSlides/notesSlide20.xml" Id="Rd6dd87cb6d4d4e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d2eedd8714c86" /><Relationship Type="http://schemas.openxmlformats.org/officeDocument/2006/relationships/image" Target="/ppt/media/image21.jpeg" Id="R089fc0e05272467f" /><Relationship Type="http://schemas.openxmlformats.org/officeDocument/2006/relationships/notesSlide" Target="/ppt/notesSlides/notesSlide21.xml" Id="Redf61f064a214d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f58ca14745fb" /><Relationship Type="http://schemas.openxmlformats.org/officeDocument/2006/relationships/image" Target="/ppt/media/image22.jpeg" Id="R282e01885a8945cb" /><Relationship Type="http://schemas.openxmlformats.org/officeDocument/2006/relationships/notesSlide" Target="/ppt/notesSlides/notesSlide22.xml" Id="R8a5eb2794dbe46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cbf2eb62a40f3" /><Relationship Type="http://schemas.openxmlformats.org/officeDocument/2006/relationships/image" Target="/ppt/media/image23.jpeg" Id="R325142dfa9d14cd2" /><Relationship Type="http://schemas.openxmlformats.org/officeDocument/2006/relationships/notesSlide" Target="/ppt/notesSlides/notesSlide23.xml" Id="R8cede0e4e3264a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bbfcb2ff94c7e" /><Relationship Type="http://schemas.openxmlformats.org/officeDocument/2006/relationships/image" Target="/ppt/media/image24.jpeg" Id="R48398972e7f64704" /><Relationship Type="http://schemas.openxmlformats.org/officeDocument/2006/relationships/notesSlide" Target="/ppt/notesSlides/notesSlide24.xml" Id="R0cae76a9f5bd42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1ab7cd6f4c49" /><Relationship Type="http://schemas.openxmlformats.org/officeDocument/2006/relationships/image" Target="/ppt/media/image25.jpeg" Id="R612f12f899d247d6" /><Relationship Type="http://schemas.openxmlformats.org/officeDocument/2006/relationships/notesSlide" Target="/ppt/notesSlides/notesSlide25.xml" Id="R62e172b68a944a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89b5d62047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762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409b3a7964c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349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71ce55c2446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03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b55e72bcc49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235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7b108e59d42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377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9ddc946884b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02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ea7050ed54c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701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69e3b9017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069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282d297ac40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640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6310f30304e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69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a34f507d04e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18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277b78fa549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61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e85d2b9d549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91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c32bd6fc24e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6539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c87b1a89448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3595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74484865645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289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0ac25e41a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0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56c387c434e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7323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291d264bf40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5349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9297847149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287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fc0e0527246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2163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e01885a8945c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65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142dfa9d14cd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654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98972e7f647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65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f12f899d247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6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2026-08-27T15:55:15.2120000Z</dcterms:created>
  <dcterms:modified xsi:type="dcterms:W3CDTF">2026-08-27T15:55:15.2120000Z</dcterms:modified>
</coreProperties>
</file>