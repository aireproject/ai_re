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fef3d507314e1c" /><Relationship Type="http://schemas.openxmlformats.org/officeDocument/2006/relationships/extended-properties" Target="/docProps/app.xml" Id="R66152bbe351e4d2d" /><Relationship Type="http://schemas.openxmlformats.org/officeDocument/2006/relationships/officeDocument" Target="/ppt/presentation.xml" Id="R4b4aa00ef2cf4f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c7fd30990d4364"/>
  </p:sldMasterIdLst>
  <p:notesMasterIdLst>
    <p:notesMasterId xmlns:r="http://schemas.openxmlformats.org/officeDocument/2006/relationships" r:id="Red7224805d9a4008"/>
  </p:notesMasterIdLst>
  <p:sldIdLst>
    <p:sldId xmlns:r="http://schemas.openxmlformats.org/officeDocument/2006/relationships" id="256" r:id="R120b528fdf3549a1"/>
    <p:sldId xmlns:r="http://schemas.openxmlformats.org/officeDocument/2006/relationships" id="257" r:id="Re8bc669d0c7c48c7"/>
    <p:sldId xmlns:r="http://schemas.openxmlformats.org/officeDocument/2006/relationships" id="258" r:id="Rb581a11bc7564337"/>
    <p:sldId xmlns:r="http://schemas.openxmlformats.org/officeDocument/2006/relationships" id="259" r:id="R177a0a5c03424862"/>
    <p:sldId xmlns:r="http://schemas.openxmlformats.org/officeDocument/2006/relationships" id="260" r:id="R47b57b73f59c4493"/>
    <p:sldId xmlns:r="http://schemas.openxmlformats.org/officeDocument/2006/relationships" id="261" r:id="R55544cef3a7a4a78"/>
    <p:sldId xmlns:r="http://schemas.openxmlformats.org/officeDocument/2006/relationships" id="262" r:id="R0adcdfa9d58b4a40"/>
    <p:sldId xmlns:r="http://schemas.openxmlformats.org/officeDocument/2006/relationships" id="263" r:id="R6c1d1b77b7e7466c"/>
    <p:sldId xmlns:r="http://schemas.openxmlformats.org/officeDocument/2006/relationships" id="264" r:id="R65b1d16a5977499f"/>
    <p:sldId xmlns:r="http://schemas.openxmlformats.org/officeDocument/2006/relationships" id="265" r:id="Reaa7c37c765a4b7b"/>
    <p:sldId xmlns:r="http://schemas.openxmlformats.org/officeDocument/2006/relationships" id="266" r:id="R17d2d986cfc448eb"/>
    <p:sldId xmlns:r="http://schemas.openxmlformats.org/officeDocument/2006/relationships" id="267" r:id="Rdf2cc5f2f032466d"/>
    <p:sldId xmlns:r="http://schemas.openxmlformats.org/officeDocument/2006/relationships" id="268" r:id="R96e67f8c78224fc4"/>
    <p:sldId xmlns:r="http://schemas.openxmlformats.org/officeDocument/2006/relationships" id="269" r:id="R6969f572b6484297"/>
    <p:sldId xmlns:r="http://schemas.openxmlformats.org/officeDocument/2006/relationships" id="270" r:id="R1ea54fa428e54f75"/>
    <p:sldId xmlns:r="http://schemas.openxmlformats.org/officeDocument/2006/relationships" id="271" r:id="R1a4f1327ef364b71"/>
    <p:sldId xmlns:r="http://schemas.openxmlformats.org/officeDocument/2006/relationships" id="272" r:id="R316bac53b94c44f9"/>
    <p:sldId xmlns:r="http://schemas.openxmlformats.org/officeDocument/2006/relationships" id="273" r:id="R502e290707f34fb1"/>
    <p:sldId xmlns:r="http://schemas.openxmlformats.org/officeDocument/2006/relationships" id="274" r:id="R1a5c457cd8e44fdb"/>
    <p:sldId xmlns:r="http://schemas.openxmlformats.org/officeDocument/2006/relationships" id="275" r:id="R64c346c344b745b4"/>
    <p:sldId xmlns:r="http://schemas.openxmlformats.org/officeDocument/2006/relationships" id="276" r:id="Red158844893c447c"/>
    <p:sldId xmlns:r="http://schemas.openxmlformats.org/officeDocument/2006/relationships" id="277" r:id="R710a888fb12d4ce8"/>
    <p:sldId xmlns:r="http://schemas.openxmlformats.org/officeDocument/2006/relationships" id="278" r:id="Rd56bbc9e215f4017"/>
    <p:sldId xmlns:r="http://schemas.openxmlformats.org/officeDocument/2006/relationships" id="279" r:id="Reed45e94a0c541e7"/>
    <p:sldId xmlns:r="http://schemas.openxmlformats.org/officeDocument/2006/relationships" id="280" r:id="Reda0fabae2d34349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a657a0e75e4db0" /><Relationship Type="http://schemas.openxmlformats.org/officeDocument/2006/relationships/slideMaster" Target="/ppt/slideMasters/slideMaster1.xml" Id="R1ec7fd30990d4364" /><Relationship Type="http://schemas.openxmlformats.org/officeDocument/2006/relationships/notesMaster" Target="/ppt/notesMasters/notesMaster1.xml" Id="Red7224805d9a4008" /><Relationship Type="http://schemas.openxmlformats.org/officeDocument/2006/relationships/presProps" Target="/ppt/presProps.xml" Id="Rb4ab504740c6468e" /><Relationship Type="http://schemas.openxmlformats.org/officeDocument/2006/relationships/tableStyles" Target="/ppt/tableStyles.xml" Id="R7877aedab1394edc" /><Relationship Type="http://schemas.openxmlformats.org/officeDocument/2006/relationships/slide" Target="/ppt/slides/slide1.xml" Id="R120b528fdf3549a1" /><Relationship Type="http://schemas.openxmlformats.org/officeDocument/2006/relationships/slide" Target="/ppt/slides/slide2.xml" Id="Re8bc669d0c7c48c7" /><Relationship Type="http://schemas.openxmlformats.org/officeDocument/2006/relationships/slide" Target="/ppt/slides/slide3.xml" Id="Rb581a11bc7564337" /><Relationship Type="http://schemas.openxmlformats.org/officeDocument/2006/relationships/slide" Target="/ppt/slides/slide4.xml" Id="R177a0a5c03424862" /><Relationship Type="http://schemas.openxmlformats.org/officeDocument/2006/relationships/slide" Target="/ppt/slides/slide5.xml" Id="R47b57b73f59c4493" /><Relationship Type="http://schemas.openxmlformats.org/officeDocument/2006/relationships/slide" Target="/ppt/slides/slide6.xml" Id="R55544cef3a7a4a78" /><Relationship Type="http://schemas.openxmlformats.org/officeDocument/2006/relationships/slide" Target="/ppt/slides/slide7.xml" Id="R0adcdfa9d58b4a40" /><Relationship Type="http://schemas.openxmlformats.org/officeDocument/2006/relationships/slide" Target="/ppt/slides/slide8.xml" Id="R6c1d1b77b7e7466c" /><Relationship Type="http://schemas.openxmlformats.org/officeDocument/2006/relationships/slide" Target="/ppt/slides/slide9.xml" Id="R65b1d16a5977499f" /><Relationship Type="http://schemas.openxmlformats.org/officeDocument/2006/relationships/slide" Target="/ppt/slides/slide10.xml" Id="Reaa7c37c765a4b7b" /><Relationship Type="http://schemas.openxmlformats.org/officeDocument/2006/relationships/slide" Target="/ppt/slides/slide11.xml" Id="R17d2d986cfc448eb" /><Relationship Type="http://schemas.openxmlformats.org/officeDocument/2006/relationships/slide" Target="/ppt/slides/slide12.xml" Id="Rdf2cc5f2f032466d" /><Relationship Type="http://schemas.openxmlformats.org/officeDocument/2006/relationships/slide" Target="/ppt/slides/slide13.xml" Id="R96e67f8c78224fc4" /><Relationship Type="http://schemas.openxmlformats.org/officeDocument/2006/relationships/slide" Target="/ppt/slides/slide14.xml" Id="R6969f572b6484297" /><Relationship Type="http://schemas.openxmlformats.org/officeDocument/2006/relationships/slide" Target="/ppt/slides/slide15.xml" Id="R1ea54fa428e54f75" /><Relationship Type="http://schemas.openxmlformats.org/officeDocument/2006/relationships/slide" Target="/ppt/slides/slide16.xml" Id="R1a4f1327ef364b71" /><Relationship Type="http://schemas.openxmlformats.org/officeDocument/2006/relationships/slide" Target="/ppt/slides/slide17.xml" Id="R316bac53b94c44f9" /><Relationship Type="http://schemas.openxmlformats.org/officeDocument/2006/relationships/slide" Target="/ppt/slides/slide18.xml" Id="R502e290707f34fb1" /><Relationship Type="http://schemas.openxmlformats.org/officeDocument/2006/relationships/slide" Target="/ppt/slides/slide19.xml" Id="R1a5c457cd8e44fdb" /><Relationship Type="http://schemas.openxmlformats.org/officeDocument/2006/relationships/slide" Target="/ppt/slides/slide20.xml" Id="R64c346c344b745b4" /><Relationship Type="http://schemas.openxmlformats.org/officeDocument/2006/relationships/slide" Target="/ppt/slides/slide21.xml" Id="Red158844893c447c" /><Relationship Type="http://schemas.openxmlformats.org/officeDocument/2006/relationships/slide" Target="/ppt/slides/slide22.xml" Id="R710a888fb12d4ce8" /><Relationship Type="http://schemas.openxmlformats.org/officeDocument/2006/relationships/slide" Target="/ppt/slides/slide23.xml" Id="Rd56bbc9e215f4017" /><Relationship Type="http://schemas.openxmlformats.org/officeDocument/2006/relationships/slide" Target="/ppt/slides/slide24.xml" Id="Reed45e94a0c541e7" /><Relationship Type="http://schemas.openxmlformats.org/officeDocument/2006/relationships/slide" Target="/ppt/slides/slide25.xml" Id="Reda0fabae2d343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8695e45b5848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5a797539f746a0" /><Relationship Type="http://schemas.openxmlformats.org/officeDocument/2006/relationships/notesMaster" Target="/ppt/notesMasters/notesMaster1.xml" Id="R55243762493546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5d98e067114321" /><Relationship Type="http://schemas.openxmlformats.org/officeDocument/2006/relationships/notesMaster" Target="/ppt/notesMasters/notesMaster1.xml" Id="Rfd23bd89a4a642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1672259f58422d" /><Relationship Type="http://schemas.openxmlformats.org/officeDocument/2006/relationships/notesMaster" Target="/ppt/notesMasters/notesMaster1.xml" Id="R8a031c96c72344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95f0d5f4624028" /><Relationship Type="http://schemas.openxmlformats.org/officeDocument/2006/relationships/notesMaster" Target="/ppt/notesMasters/notesMaster1.xml" Id="Red2efc81a88440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6c51bcb1164a12" /><Relationship Type="http://schemas.openxmlformats.org/officeDocument/2006/relationships/notesMaster" Target="/ppt/notesMasters/notesMaster1.xml" Id="Rcd18763de89e4c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adee2001ff40be" /><Relationship Type="http://schemas.openxmlformats.org/officeDocument/2006/relationships/notesMaster" Target="/ppt/notesMasters/notesMaster1.xml" Id="Ra8ed8e4f2d8645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a9bc6126f64fe0" /><Relationship Type="http://schemas.openxmlformats.org/officeDocument/2006/relationships/notesMaster" Target="/ppt/notesMasters/notesMaster1.xml" Id="R6c15a46f293d40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5557798d0744f0" /><Relationship Type="http://schemas.openxmlformats.org/officeDocument/2006/relationships/notesMaster" Target="/ppt/notesMasters/notesMaster1.xml" Id="R8816afe3541147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f14d6a4772439c" /><Relationship Type="http://schemas.openxmlformats.org/officeDocument/2006/relationships/notesMaster" Target="/ppt/notesMasters/notesMaster1.xml" Id="R3590be193c5c46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e19cfaa08c043ee" /><Relationship Type="http://schemas.openxmlformats.org/officeDocument/2006/relationships/notesMaster" Target="/ppt/notesMasters/notesMaster1.xml" Id="Rb63d470571fd41d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b55dcfe0e1d4060" /><Relationship Type="http://schemas.openxmlformats.org/officeDocument/2006/relationships/notesMaster" Target="/ppt/notesMasters/notesMaster1.xml" Id="R676316c7aebc4f3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ac31de8f4b747a1" /><Relationship Type="http://schemas.openxmlformats.org/officeDocument/2006/relationships/notesMaster" Target="/ppt/notesMasters/notesMaster1.xml" Id="R6ad23296ce5d42a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56486d6bfbd48c0" /><Relationship Type="http://schemas.openxmlformats.org/officeDocument/2006/relationships/notesMaster" Target="/ppt/notesMasters/notesMaster1.xml" Id="Rde89dca5f7c1421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108fe91d3214602" /><Relationship Type="http://schemas.openxmlformats.org/officeDocument/2006/relationships/notesMaster" Target="/ppt/notesMasters/notesMaster1.xml" Id="R59460c89265146b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57b5b20562c4ced" /><Relationship Type="http://schemas.openxmlformats.org/officeDocument/2006/relationships/notesMaster" Target="/ppt/notesMasters/notesMaster1.xml" Id="Rea29d4cde26344e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66b1fa840a44742" /><Relationship Type="http://schemas.openxmlformats.org/officeDocument/2006/relationships/notesMaster" Target="/ppt/notesMasters/notesMaster1.xml" Id="Rcba41c93185a4ae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da6380f38e24ed5" /><Relationship Type="http://schemas.openxmlformats.org/officeDocument/2006/relationships/notesMaster" Target="/ppt/notesMasters/notesMaster1.xml" Id="R6228c2fdd67646e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0bbf2c8328b4e36" /><Relationship Type="http://schemas.openxmlformats.org/officeDocument/2006/relationships/notesMaster" Target="/ppt/notesMasters/notesMaster1.xml" Id="R8ee5d78dc3df4ff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641e70dcbc34f22" /><Relationship Type="http://schemas.openxmlformats.org/officeDocument/2006/relationships/notesMaster" Target="/ppt/notesMasters/notesMaster1.xml" Id="R328d1a0121a943a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66a6e55c92c4dd3" /><Relationship Type="http://schemas.openxmlformats.org/officeDocument/2006/relationships/notesMaster" Target="/ppt/notesMasters/notesMaster1.xml" Id="Ra9b83d1c82bc458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1d6a750118f4167" /><Relationship Type="http://schemas.openxmlformats.org/officeDocument/2006/relationships/notesMaster" Target="/ppt/notesMasters/notesMaster1.xml" Id="R11a3df4c01db441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961ad9ee1704b09" /><Relationship Type="http://schemas.openxmlformats.org/officeDocument/2006/relationships/notesMaster" Target="/ppt/notesMasters/notesMaster1.xml" Id="Rf92c5cf4c9eb43b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4cb820c4e934f68" /><Relationship Type="http://schemas.openxmlformats.org/officeDocument/2006/relationships/notesMaster" Target="/ppt/notesMasters/notesMaster1.xml" Id="R4e1ef2b7eb0b4d4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d5fce5ac8914551" /><Relationship Type="http://schemas.openxmlformats.org/officeDocument/2006/relationships/notesMaster" Target="/ppt/notesMasters/notesMaster1.xml" Id="R5e1ff351d89a4d6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ec17faa626344c9" /><Relationship Type="http://schemas.openxmlformats.org/officeDocument/2006/relationships/notesMaster" Target="/ppt/notesMasters/notesMaster1.xml" Id="R85a085ea54bb4d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HTML presentation: index.html, styles.css, presentation.js</a:t>
            </a:r>
          </a:p>
          <a:p xmlns:a="http://schemas.openxmlformats.org/drawingml/2006/main">
            <a:r>
              <a:t>- Rasterized after print animations reached their final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HTML presentation: index.html, styles.css, presentation.js</a:t>
            </a:r>
          </a:p>
          <a:p xmlns:a="http://schemas.openxmlformats.org/drawingml/2006/main">
            <a:r>
              <a:t>- Rasterized after print animations reached their final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HTML presentation: index.html, styles.css, presentation.js</a:t>
            </a:r>
          </a:p>
          <a:p xmlns:a="http://schemas.openxmlformats.org/drawingml/2006/main">
            <a:r>
              <a:t>- Rasterized after print animations reached their final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HTML presentation: index.html, styles.css, presentation.js</a:t>
            </a:r>
          </a:p>
          <a:p xmlns:a="http://schemas.openxmlformats.org/drawingml/2006/main">
            <a:r>
              <a:t>- Rasterized after print animations reached their final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HTML presentation: index.html, styles.css, presentation.js</a:t>
            </a:r>
          </a:p>
          <a:p xmlns:a="http://schemas.openxmlformats.org/drawingml/2006/main">
            <a:r>
              <a:t>- Rasterized after print animations reached their final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HTML presentation: index.html, styles.css, presentation.js</a:t>
            </a:r>
          </a:p>
          <a:p xmlns:a="http://schemas.openxmlformats.org/drawingml/2006/main">
            <a:r>
              <a:t>- Rasterized after print animations reached their final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HTML presentation: index.html, styles.css, presentation.js</a:t>
            </a:r>
          </a:p>
          <a:p xmlns:a="http://schemas.openxmlformats.org/drawingml/2006/main">
            <a:r>
              <a:t>- Rasterized after print animations reached their final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HTML presentation: index.html, styles.css, presentation.js</a:t>
            </a:r>
          </a:p>
          <a:p xmlns:a="http://schemas.openxmlformats.org/drawingml/2006/main">
            <a:r>
              <a:t>- Rasterized after print animations reached their final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HTML presentation: index.html, styles.css, presentation.js</a:t>
            </a:r>
          </a:p>
          <a:p xmlns:a="http://schemas.openxmlformats.org/drawingml/2006/main">
            <a:r>
              <a:t>- Rasterized after print animations reached their final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HTML presentation: index.html, styles.css, presentation.js</a:t>
            </a:r>
          </a:p>
          <a:p xmlns:a="http://schemas.openxmlformats.org/drawingml/2006/main">
            <a:r>
              <a:t>- Rasterized after print animations reached their final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HTML presentation: index.html, styles.css, presentation.js</a:t>
            </a:r>
          </a:p>
          <a:p xmlns:a="http://schemas.openxmlformats.org/drawingml/2006/main">
            <a:r>
              <a:t>- Rasterized after print animations reached their final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HTML presentation: index.html, styles.css, presentation.js</a:t>
            </a:r>
          </a:p>
          <a:p xmlns:a="http://schemas.openxmlformats.org/drawingml/2006/main">
            <a:r>
              <a:t>- Rasterized after print animations reached their final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HTML presentation: index.html, styles.css, presentation.js</a:t>
            </a:r>
          </a:p>
          <a:p xmlns:a="http://schemas.openxmlformats.org/drawingml/2006/main">
            <a:r>
              <a:t>- Rasterized after print animations reached their final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HTML presentation: index.html, styles.css, presentation.js</a:t>
            </a:r>
          </a:p>
          <a:p xmlns:a="http://schemas.openxmlformats.org/drawingml/2006/main">
            <a:r>
              <a:t>- Rasterized after print animations reached their final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HTML presentation: index.html, styles.css, presentation.js</a:t>
            </a:r>
          </a:p>
          <a:p xmlns:a="http://schemas.openxmlformats.org/drawingml/2006/main">
            <a:r>
              <a:t>- Rasterized after print animations reached their final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HTML presentation: index.html, styles.css, presentation.js</a:t>
            </a:r>
          </a:p>
          <a:p xmlns:a="http://schemas.openxmlformats.org/drawingml/2006/main">
            <a:r>
              <a:t>- Rasterized after print animations reached their final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HTML presentation: index.html, styles.css, presentation.js</a:t>
            </a:r>
          </a:p>
          <a:p xmlns:a="http://schemas.openxmlformats.org/drawingml/2006/main">
            <a:r>
              <a:t>- Rasterized after print animations reached their final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HTML presentation: index.html, styles.css, presentation.js</a:t>
            </a:r>
          </a:p>
          <a:p xmlns:a="http://schemas.openxmlformats.org/drawingml/2006/main">
            <a:r>
              <a:t>- Rasterized after print animations reached their final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HTML presentation: index.html, styles.css, presentation.js</a:t>
            </a:r>
          </a:p>
          <a:p xmlns:a="http://schemas.openxmlformats.org/drawingml/2006/main">
            <a:r>
              <a:t>- Rasterized after print animations reached their final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HTML presentation: index.html, styles.css, presentation.js</a:t>
            </a:r>
          </a:p>
          <a:p xmlns:a="http://schemas.openxmlformats.org/drawingml/2006/main">
            <a:r>
              <a:t>- Rasterized after print animations reached their final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HTML presentation: index.html, styles.css, presentation.js</a:t>
            </a:r>
          </a:p>
          <a:p xmlns:a="http://schemas.openxmlformats.org/drawingml/2006/main">
            <a:r>
              <a:t>- Rasterized after print animations reached their final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HTML presentation: index.html, styles.css, presentation.js</a:t>
            </a:r>
          </a:p>
          <a:p xmlns:a="http://schemas.openxmlformats.org/drawingml/2006/main">
            <a:r>
              <a:t>- Rasterized after print animations reached their final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HTML presentation: index.html, styles.css, presentation.js</a:t>
            </a:r>
          </a:p>
          <a:p xmlns:a="http://schemas.openxmlformats.org/drawingml/2006/main">
            <a:r>
              <a:t>- Rasterized after print animations reached their final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HTML presentation: index.html, styles.css, presentation.js</a:t>
            </a:r>
          </a:p>
          <a:p xmlns:a="http://schemas.openxmlformats.org/drawingml/2006/main">
            <a:r>
              <a:t>- Rasterized after print animations reached their final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HTML presentation: index.html, styles.css, presentation.js</a:t>
            </a:r>
          </a:p>
          <a:p xmlns:a="http://schemas.openxmlformats.org/drawingml/2006/main">
            <a:r>
              <a:t>- Rasterized after print animations reached their final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7b648afd2b4f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af0fd5056543a6" /><Relationship Type="http://schemas.openxmlformats.org/officeDocument/2006/relationships/slideLayout" Target="/ppt/slideLayouts/slideLayout1.xml" Id="R3201ab20af4242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01ab20af4242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467b15b464359" /><Relationship Type="http://schemas.openxmlformats.org/officeDocument/2006/relationships/image" Target="/ppt/media/image.jpeg" Id="R9bc1394b976d4ba3" /><Relationship Type="http://schemas.openxmlformats.org/officeDocument/2006/relationships/notesSlide" Target="/ppt/notesSlides/notesSlide1.xml" Id="R57d6ca1abea84a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feb5263714503" /><Relationship Type="http://schemas.openxmlformats.org/officeDocument/2006/relationships/image" Target="/ppt/media/image2.jpeg" Id="R5c89e2d64dc4422f" /><Relationship Type="http://schemas.openxmlformats.org/officeDocument/2006/relationships/notesSlide" Target="/ppt/notesSlides/notesSlide2.xml" Id="Rf3bf8a3f3c1a45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55fed2f724162" /><Relationship Type="http://schemas.openxmlformats.org/officeDocument/2006/relationships/image" Target="/ppt/media/image3.jpeg" Id="R5cb71b1c6ce34097" /><Relationship Type="http://schemas.openxmlformats.org/officeDocument/2006/relationships/notesSlide" Target="/ppt/notesSlides/notesSlide3.xml" Id="R20aa664e65bb42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075b572964f81" /><Relationship Type="http://schemas.openxmlformats.org/officeDocument/2006/relationships/image" Target="/ppt/media/image4.jpeg" Id="R8ba140c45d33475f" /><Relationship Type="http://schemas.openxmlformats.org/officeDocument/2006/relationships/notesSlide" Target="/ppt/notesSlides/notesSlide4.xml" Id="R6b3e3b9828914b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335cc4a704811" /><Relationship Type="http://schemas.openxmlformats.org/officeDocument/2006/relationships/image" Target="/ppt/media/image5.jpeg" Id="R648de1831b704873" /><Relationship Type="http://schemas.openxmlformats.org/officeDocument/2006/relationships/notesSlide" Target="/ppt/notesSlides/notesSlide5.xml" Id="R52caf001d9a04e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a92f2026e42d5" /><Relationship Type="http://schemas.openxmlformats.org/officeDocument/2006/relationships/image" Target="/ppt/media/image6.jpeg" Id="R3cb7d0acca404c63" /><Relationship Type="http://schemas.openxmlformats.org/officeDocument/2006/relationships/notesSlide" Target="/ppt/notesSlides/notesSlide6.xml" Id="R198886c7b5aa4c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e2607f1d2450e" /><Relationship Type="http://schemas.openxmlformats.org/officeDocument/2006/relationships/image" Target="/ppt/media/image7.jpeg" Id="Rc919dab82c6f4ef4" /><Relationship Type="http://schemas.openxmlformats.org/officeDocument/2006/relationships/notesSlide" Target="/ppt/notesSlides/notesSlide7.xml" Id="Rf0ac3cc5029148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650fa8e374c18" /><Relationship Type="http://schemas.openxmlformats.org/officeDocument/2006/relationships/image" Target="/ppt/media/image8.jpeg" Id="R2ecc38c06b9b4ea4" /><Relationship Type="http://schemas.openxmlformats.org/officeDocument/2006/relationships/notesSlide" Target="/ppt/notesSlides/notesSlide8.xml" Id="R7475e47604c94b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6ebffd10d4d6f" /><Relationship Type="http://schemas.openxmlformats.org/officeDocument/2006/relationships/image" Target="/ppt/media/image9.jpeg" Id="Rf93e1f1d73df45ee" /><Relationship Type="http://schemas.openxmlformats.org/officeDocument/2006/relationships/notesSlide" Target="/ppt/notesSlides/notesSlide9.xml" Id="R008b65d2ae634b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679e636564bf2" /><Relationship Type="http://schemas.openxmlformats.org/officeDocument/2006/relationships/image" Target="/ppt/media/image10.jpeg" Id="Rb4a497cc036e4e90" /><Relationship Type="http://schemas.openxmlformats.org/officeDocument/2006/relationships/notesSlide" Target="/ppt/notesSlides/notesSlide10.xml" Id="R1fbe3a7ab864472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7adaad67c4025" /><Relationship Type="http://schemas.openxmlformats.org/officeDocument/2006/relationships/image" Target="/ppt/media/image11.jpeg" Id="R9df7cbd642e64384" /><Relationship Type="http://schemas.openxmlformats.org/officeDocument/2006/relationships/notesSlide" Target="/ppt/notesSlides/notesSlide11.xml" Id="R4b2fe41e7d704bf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3eb12095e42fe" /><Relationship Type="http://schemas.openxmlformats.org/officeDocument/2006/relationships/image" Target="/ppt/media/image12.jpeg" Id="R62a39d0de1c347a2" /><Relationship Type="http://schemas.openxmlformats.org/officeDocument/2006/relationships/notesSlide" Target="/ppt/notesSlides/notesSlide12.xml" Id="Rca23dc4429bb4cc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f0ee1a0204169" /><Relationship Type="http://schemas.openxmlformats.org/officeDocument/2006/relationships/image" Target="/ppt/media/image13.jpeg" Id="R6e3fd4a2a8c74db3" /><Relationship Type="http://schemas.openxmlformats.org/officeDocument/2006/relationships/notesSlide" Target="/ppt/notesSlides/notesSlide13.xml" Id="R1f15179ac6874b0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f8f728c37454c" /><Relationship Type="http://schemas.openxmlformats.org/officeDocument/2006/relationships/image" Target="/ppt/media/image14.jpeg" Id="R3090caad5a5a4ad2" /><Relationship Type="http://schemas.openxmlformats.org/officeDocument/2006/relationships/notesSlide" Target="/ppt/notesSlides/notesSlide14.xml" Id="R6a15113b19e04e4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a8c8e709341bf" /><Relationship Type="http://schemas.openxmlformats.org/officeDocument/2006/relationships/image" Target="/ppt/media/image15.jpeg" Id="Rc97edeef198641de" /><Relationship Type="http://schemas.openxmlformats.org/officeDocument/2006/relationships/notesSlide" Target="/ppt/notesSlides/notesSlide15.xml" Id="Rffe03c64ae3d42e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f197fe0524cb9" /><Relationship Type="http://schemas.openxmlformats.org/officeDocument/2006/relationships/image" Target="/ppt/media/image16.jpeg" Id="Ra5b98b6c3e3d4ec1" /><Relationship Type="http://schemas.openxmlformats.org/officeDocument/2006/relationships/notesSlide" Target="/ppt/notesSlides/notesSlide16.xml" Id="Rb3b14b811dd242f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f8802ea304ec2" /><Relationship Type="http://schemas.openxmlformats.org/officeDocument/2006/relationships/image" Target="/ppt/media/image17.jpeg" Id="R5bdac6fa795a4751" /><Relationship Type="http://schemas.openxmlformats.org/officeDocument/2006/relationships/notesSlide" Target="/ppt/notesSlides/notesSlide17.xml" Id="R8a553c91261449e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7d09562114817" /><Relationship Type="http://schemas.openxmlformats.org/officeDocument/2006/relationships/image" Target="/ppt/media/image18.jpeg" Id="R5e43daa7713e4d95" /><Relationship Type="http://schemas.openxmlformats.org/officeDocument/2006/relationships/notesSlide" Target="/ppt/notesSlides/notesSlide18.xml" Id="Rf7a670a8fb114a9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8a28429ea4a7a" /><Relationship Type="http://schemas.openxmlformats.org/officeDocument/2006/relationships/image" Target="/ppt/media/image19.jpeg" Id="R062b84ed811d409f" /><Relationship Type="http://schemas.openxmlformats.org/officeDocument/2006/relationships/notesSlide" Target="/ppt/notesSlides/notesSlide19.xml" Id="R9d8c6a06407141a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8ddb914fd4d2d" /><Relationship Type="http://schemas.openxmlformats.org/officeDocument/2006/relationships/image" Target="/ppt/media/image20.jpeg" Id="R4f5bf9270d874c0d" /><Relationship Type="http://schemas.openxmlformats.org/officeDocument/2006/relationships/notesSlide" Target="/ppt/notesSlides/notesSlide20.xml" Id="R6e126a4b1404495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28063d02446be" /><Relationship Type="http://schemas.openxmlformats.org/officeDocument/2006/relationships/image" Target="/ppt/media/image21.jpeg" Id="Rf358444eb54a4f06" /><Relationship Type="http://schemas.openxmlformats.org/officeDocument/2006/relationships/notesSlide" Target="/ppt/notesSlides/notesSlide21.xml" Id="R565b6b593f34454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b0a194eb4409d" /><Relationship Type="http://schemas.openxmlformats.org/officeDocument/2006/relationships/image" Target="/ppt/media/image22.jpeg" Id="R931aa58d7de64499" /><Relationship Type="http://schemas.openxmlformats.org/officeDocument/2006/relationships/notesSlide" Target="/ppt/notesSlides/notesSlide22.xml" Id="R3702c429e9a3474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cda63061c43a7" /><Relationship Type="http://schemas.openxmlformats.org/officeDocument/2006/relationships/image" Target="/ppt/media/image23.jpeg" Id="R57f106c79c50419a" /><Relationship Type="http://schemas.openxmlformats.org/officeDocument/2006/relationships/notesSlide" Target="/ppt/notesSlides/notesSlide23.xml" Id="R4a901d1924ec47b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ee73a82c3465a" /><Relationship Type="http://schemas.openxmlformats.org/officeDocument/2006/relationships/image" Target="/ppt/media/image24.jpeg" Id="R5672091c397f4c10" /><Relationship Type="http://schemas.openxmlformats.org/officeDocument/2006/relationships/notesSlide" Target="/ppt/notesSlides/notesSlide24.xml" Id="R379c6ec48ae444d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e95208a4ac48e8" /><Relationship Type="http://schemas.openxmlformats.org/officeDocument/2006/relationships/image" Target="/ppt/media/image25.jpeg" Id="R8abdb67632c1420d" /><Relationship Type="http://schemas.openxmlformats.org/officeDocument/2006/relationships/notesSlide" Target="/ppt/notesSlides/notesSlide25.xml" Id="Rd2c12aa98af849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c1394b976d4ba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7203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89e2d64dc4422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024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b71b1c6ce3409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3292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a140c45d33475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7893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8de1831b70487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0987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7d0acca404c6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5401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19dab82c6f4ef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4776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cc38c06b9b4ea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932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3e1f1d73df45e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9365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a497cc036e4e9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8966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f7cbd642e6438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2321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39d0de1c347a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2492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fd4a2a8c74db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1538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90caad5a5a4ad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9935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7edeef198641d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2524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b98b6c3e3d4ec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41047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dac6fa795a475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7271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43daa7713e4d9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0761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2b84ed811d409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6789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5bf9270d874c0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54601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58444eb54a4f0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0449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1aa58d7de6449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35025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f106c79c50419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64065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72091c397f4c1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67788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bdb67632c1420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3915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2026-08-27T22:24:00.7330000Z</dcterms:created>
  <dcterms:modified xsi:type="dcterms:W3CDTF">2026-08-27T22:24:00.7330000Z</dcterms:modified>
</coreProperties>
</file>